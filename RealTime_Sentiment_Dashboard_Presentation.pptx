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6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92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53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387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0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4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06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48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44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79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0556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95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3465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79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81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7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322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9162" y="1211058"/>
            <a:ext cx="7315200" cy="1825096"/>
          </a:xfrm>
        </p:spPr>
        <p:txBody>
          <a:bodyPr>
            <a:noAutofit/>
          </a:bodyPr>
          <a:lstStyle/>
          <a:p>
            <a:pPr algn="ctr"/>
            <a:r>
              <a:rPr sz="4400" b="1" dirty="0"/>
              <a:t>Real-Time Public Sentiment Dashboard using Twitter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683260" cy="685800"/>
          </a:xfrm>
        </p:spPr>
        <p:txBody>
          <a:bodyPr>
            <a:normAutofit fontScale="92500"/>
          </a:bodyPr>
          <a:lstStyle/>
          <a:p>
            <a:r>
              <a:rPr sz="2800" b="1" dirty="0"/>
              <a:t>A Sentiment Monitoring System for Tesla Tweets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B4800D-F322-36E7-127F-59B520DC7D17}"/>
              </a:ext>
            </a:extLst>
          </p:cNvPr>
          <p:cNvSpPr txBox="1"/>
          <p:nvPr/>
        </p:nvSpPr>
        <p:spPr>
          <a:xfrm>
            <a:off x="5224732" y="447024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Presented by: SHERIN SAMUEL</a:t>
            </a:r>
          </a:p>
          <a:p>
            <a:r>
              <a:rPr lang="en-US" dirty="0"/>
              <a:t>Date: 03/05/2025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Analyze public sentiment about Tesla using Twitter data</a:t>
            </a:r>
          </a:p>
          <a:p>
            <a:r>
              <a:t>Adapted to manual data collection due to API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Python: Tweepy, NLTK, Pandas, TextBlob</a:t>
            </a:r>
          </a:p>
          <a:p>
            <a:r>
              <a:t>Visualization: Tableau, Matplotlib</a:t>
            </a:r>
          </a:p>
          <a:p>
            <a:r>
              <a:t>Storage: Google Sheets (API), CSV Logs</a:t>
            </a:r>
          </a:p>
          <a:p>
            <a:r>
              <a:t>Retry Handling: Tenacity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r>
              <a:t>Data Collection – Manually from Twitter</a:t>
            </a:r>
          </a:p>
          <a:p>
            <a:r>
              <a:t>Preprocessing – Clean tweets (remove noise, stopwords)</a:t>
            </a:r>
          </a:p>
          <a:p>
            <a:r>
              <a:t>Sentiment Scoring – Using TextBlob (positive, negative, neutral)</a:t>
            </a:r>
          </a:p>
          <a:p>
            <a:r>
              <a:t>Daily Aggregation – Count sentiments per day</a:t>
            </a:r>
          </a:p>
          <a:p>
            <a:r>
              <a:t>Visualization – Python &amp; Tableau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Tweet Cleaning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Remove: URLs, mentions (@), hashtags, punctuation</a:t>
            </a:r>
          </a:p>
          <a:p>
            <a:r>
              <a:t>Convert to lowercase</a:t>
            </a:r>
          </a:p>
          <a:p>
            <a:r>
              <a:t>Tokenize and remove stopwords</a:t>
            </a:r>
          </a:p>
          <a:p>
            <a:r>
              <a:t>Output: Cleaned text for sentiment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Tool: TextBlob</a:t>
            </a:r>
          </a:p>
          <a:p>
            <a:r>
              <a:t>Polarity &gt; 0: Positive</a:t>
            </a:r>
          </a:p>
          <a:p>
            <a:r>
              <a:t>Polarity &lt; 0: Negative</a:t>
            </a:r>
          </a:p>
          <a:p>
            <a:r>
              <a:t>Polarity = 0: Neutral</a:t>
            </a:r>
          </a:p>
          <a:p>
            <a:r>
              <a:t>Example: 'Tesla’s innovation is inspiring' → Positive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Sentiment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CSV log: daily_summary.csv</a:t>
            </a:r>
          </a:p>
          <a:p>
            <a:r>
              <a:t>Tracks daily positive, negative, and neutral counts</a:t>
            </a:r>
          </a:p>
          <a:p>
            <a:r>
              <a:t>Used to create summary charts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ntimen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6705600" cy="502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Daily Sentiment Counts for Tesla Tweets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✅ Python script for processing and logging tweets</a:t>
            </a:r>
          </a:p>
          <a:p>
            <a:r>
              <a:t>✅ Cleaned and labeled dataset</a:t>
            </a:r>
          </a:p>
          <a:p>
            <a:r>
              <a:t>✅ Daily sentiment summary CSV</a:t>
            </a:r>
          </a:p>
          <a:p>
            <a:r>
              <a:t>✅ Summary visualization</a:t>
            </a:r>
          </a:p>
          <a:p>
            <a:r>
              <a:t>⚠️ Tableau dashboard planned (pending API access)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Resolutions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Twitter API issues → Used manual tweet collection</a:t>
            </a:r>
          </a:p>
          <a:p>
            <a:r>
              <a:t>Noisy tweets → Cleaned using NLTK</a:t>
            </a:r>
          </a:p>
          <a:p>
            <a:r>
              <a:t>Data upload failures → Solved with retry logic (Tenacity)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Simulated real-time tracking using manual data</a:t>
            </a:r>
          </a:p>
          <a:p>
            <a:r>
              <a:t>Foundation ready for real-time stream once API access resumes</a:t>
            </a:r>
          </a:p>
          <a:p>
            <a:r>
              <a:t>Next: Tableau dashboard, multilingual sentiment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</TotalTime>
  <Words>286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Vapor Trail</vt:lpstr>
      <vt:lpstr>Real-Time Public Sentiment Dashboard using Twitter Data</vt:lpstr>
      <vt:lpstr>Project Objective</vt:lpstr>
      <vt:lpstr>Tools and Technologies</vt:lpstr>
      <vt:lpstr>Workflow Overview</vt:lpstr>
      <vt:lpstr>Tweet Cleaning Logic</vt:lpstr>
      <vt:lpstr>Sentiment Analysis Logic</vt:lpstr>
      <vt:lpstr>Daily Sentiment Summary</vt:lpstr>
      <vt:lpstr>PowerPoint Presentation</vt:lpstr>
      <vt:lpstr>Deliverables</vt:lpstr>
      <vt:lpstr>Challenges &amp; Resolutions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Sherin Samuel</cp:lastModifiedBy>
  <cp:revision>2</cp:revision>
  <dcterms:created xsi:type="dcterms:W3CDTF">2013-01-27T09:14:16Z</dcterms:created>
  <dcterms:modified xsi:type="dcterms:W3CDTF">2025-05-03T10:29:41Z</dcterms:modified>
  <cp:category/>
</cp:coreProperties>
</file>